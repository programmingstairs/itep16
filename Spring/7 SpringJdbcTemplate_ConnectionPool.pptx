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DB99F-21F3-4386-916A-43B5EF3E7AE4}" v="4" dt="2025-11-11T09:53:18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Kothari" userId="ae0e5468ea62c2a0" providerId="LiveId" clId="{95702E18-22E4-4321-A6FD-987AA5C74287}"/>
    <pc:docChg chg="undo custSel addSld modSld">
      <pc:chgData name="Gaurav Kothari" userId="ae0e5468ea62c2a0" providerId="LiveId" clId="{95702E18-22E4-4321-A6FD-987AA5C74287}" dt="2025-11-11T09:53:24.098" v="625" actId="20577"/>
      <pc:docMkLst>
        <pc:docMk/>
      </pc:docMkLst>
      <pc:sldChg chg="modSp new mod">
        <pc:chgData name="Gaurav Kothari" userId="ae0e5468ea62c2a0" providerId="LiveId" clId="{95702E18-22E4-4321-A6FD-987AA5C74287}" dt="2025-11-08T09:19:59.167" v="34" actId="12"/>
        <pc:sldMkLst>
          <pc:docMk/>
          <pc:sldMk cId="1519584444" sldId="256"/>
        </pc:sldMkLst>
        <pc:spChg chg="mod">
          <ac:chgData name="Gaurav Kothari" userId="ae0e5468ea62c2a0" providerId="LiveId" clId="{95702E18-22E4-4321-A6FD-987AA5C74287}" dt="2025-11-08T09:16:19.605" v="4" actId="27636"/>
          <ac:spMkLst>
            <pc:docMk/>
            <pc:sldMk cId="1519584444" sldId="256"/>
            <ac:spMk id="2" creationId="{268ED2AE-AC0F-494A-5D5C-95BEB940F929}"/>
          </ac:spMkLst>
        </pc:spChg>
        <pc:spChg chg="mod">
          <ac:chgData name="Gaurav Kothari" userId="ae0e5468ea62c2a0" providerId="LiveId" clId="{95702E18-22E4-4321-A6FD-987AA5C74287}" dt="2025-11-08T09:19:59.167" v="34" actId="12"/>
          <ac:spMkLst>
            <pc:docMk/>
            <pc:sldMk cId="1519584444" sldId="256"/>
            <ac:spMk id="3" creationId="{38A17E1A-CA37-DE45-815B-D5B9C6A109E3}"/>
          </ac:spMkLst>
        </pc:spChg>
      </pc:sldChg>
      <pc:sldChg chg="addSp delSp modSp new mod">
        <pc:chgData name="Gaurav Kothari" userId="ae0e5468ea62c2a0" providerId="LiveId" clId="{95702E18-22E4-4321-A6FD-987AA5C74287}" dt="2025-11-08T09:22:24.290" v="48" actId="21"/>
        <pc:sldMkLst>
          <pc:docMk/>
          <pc:sldMk cId="1959336319" sldId="257"/>
        </pc:sldMkLst>
        <pc:spChg chg="add mod">
          <ac:chgData name="Gaurav Kothari" userId="ae0e5468ea62c2a0" providerId="LiveId" clId="{95702E18-22E4-4321-A6FD-987AA5C74287}" dt="2025-11-08T09:22:24.290" v="48" actId="21"/>
          <ac:spMkLst>
            <pc:docMk/>
            <pc:sldMk cId="1959336319" sldId="257"/>
            <ac:spMk id="4" creationId="{BF6A7DA7-286F-683C-B366-0DE2C8505108}"/>
          </ac:spMkLst>
        </pc:spChg>
      </pc:sldChg>
      <pc:sldChg chg="delSp modSp new mod">
        <pc:chgData name="Gaurav Kothari" userId="ae0e5468ea62c2a0" providerId="LiveId" clId="{95702E18-22E4-4321-A6FD-987AA5C74287}" dt="2025-11-08T09:24:16.354" v="87" actId="11"/>
        <pc:sldMkLst>
          <pc:docMk/>
          <pc:sldMk cId="619585483" sldId="258"/>
        </pc:sldMkLst>
        <pc:spChg chg="mod">
          <ac:chgData name="Gaurav Kothari" userId="ae0e5468ea62c2a0" providerId="LiveId" clId="{95702E18-22E4-4321-A6FD-987AA5C74287}" dt="2025-11-08T09:24:16.354" v="87" actId="11"/>
          <ac:spMkLst>
            <pc:docMk/>
            <pc:sldMk cId="619585483" sldId="258"/>
            <ac:spMk id="3" creationId="{EB827B04-A606-1733-9AFB-0A3C313BA199}"/>
          </ac:spMkLst>
        </pc:spChg>
      </pc:sldChg>
      <pc:sldChg chg="modSp new mod">
        <pc:chgData name="Gaurav Kothari" userId="ae0e5468ea62c2a0" providerId="LiveId" clId="{95702E18-22E4-4321-A6FD-987AA5C74287}" dt="2025-11-08T09:29:02.812" v="213" actId="27636"/>
        <pc:sldMkLst>
          <pc:docMk/>
          <pc:sldMk cId="3260403478" sldId="259"/>
        </pc:sldMkLst>
        <pc:spChg chg="mod">
          <ac:chgData name="Gaurav Kothari" userId="ae0e5468ea62c2a0" providerId="LiveId" clId="{95702E18-22E4-4321-A6FD-987AA5C74287}" dt="2025-11-08T09:28:29.818" v="206" actId="14100"/>
          <ac:spMkLst>
            <pc:docMk/>
            <pc:sldMk cId="3260403478" sldId="259"/>
            <ac:spMk id="2" creationId="{AB77671B-4A31-B4AB-3910-1C8E573E5DF1}"/>
          </ac:spMkLst>
        </pc:spChg>
        <pc:spChg chg="mod">
          <ac:chgData name="Gaurav Kothari" userId="ae0e5468ea62c2a0" providerId="LiveId" clId="{95702E18-22E4-4321-A6FD-987AA5C74287}" dt="2025-11-08T09:29:02.812" v="213" actId="27636"/>
          <ac:spMkLst>
            <pc:docMk/>
            <pc:sldMk cId="3260403478" sldId="259"/>
            <ac:spMk id="3" creationId="{F1BADC32-2DA9-0C64-AE11-61442B52251E}"/>
          </ac:spMkLst>
        </pc:spChg>
      </pc:sldChg>
      <pc:sldChg chg="delSp modSp new mod">
        <pc:chgData name="Gaurav Kothari" userId="ae0e5468ea62c2a0" providerId="LiveId" clId="{95702E18-22E4-4321-A6FD-987AA5C74287}" dt="2025-11-08T09:31:08.542" v="255" actId="27636"/>
        <pc:sldMkLst>
          <pc:docMk/>
          <pc:sldMk cId="2984572494" sldId="260"/>
        </pc:sldMkLst>
        <pc:spChg chg="mod">
          <ac:chgData name="Gaurav Kothari" userId="ae0e5468ea62c2a0" providerId="LiveId" clId="{95702E18-22E4-4321-A6FD-987AA5C74287}" dt="2025-11-08T09:31:08.542" v="255" actId="27636"/>
          <ac:spMkLst>
            <pc:docMk/>
            <pc:sldMk cId="2984572494" sldId="260"/>
            <ac:spMk id="3" creationId="{1F28FAF2-780C-1DB4-0B10-C1A2380A9A17}"/>
          </ac:spMkLst>
        </pc:spChg>
      </pc:sldChg>
      <pc:sldChg chg="addSp delSp modSp new mod">
        <pc:chgData name="Gaurav Kothari" userId="ae0e5468ea62c2a0" providerId="LiveId" clId="{95702E18-22E4-4321-A6FD-987AA5C74287}" dt="2025-11-08T09:49:31.767" v="405" actId="20577"/>
        <pc:sldMkLst>
          <pc:docMk/>
          <pc:sldMk cId="3982816907" sldId="261"/>
        </pc:sldMkLst>
        <pc:spChg chg="mod">
          <ac:chgData name="Gaurav Kothari" userId="ae0e5468ea62c2a0" providerId="LiveId" clId="{95702E18-22E4-4321-A6FD-987AA5C74287}" dt="2025-11-08T09:49:31.767" v="405" actId="20577"/>
          <ac:spMkLst>
            <pc:docMk/>
            <pc:sldMk cId="3982816907" sldId="261"/>
            <ac:spMk id="3" creationId="{2F5D2EB3-7FE2-F70D-9355-4E32EF445116}"/>
          </ac:spMkLst>
        </pc:spChg>
      </pc:sldChg>
      <pc:sldChg chg="delSp modSp new mod">
        <pc:chgData name="Gaurav Kothari" userId="ae0e5468ea62c2a0" providerId="LiveId" clId="{95702E18-22E4-4321-A6FD-987AA5C74287}" dt="2025-11-08T09:50:37.950" v="460" actId="14100"/>
        <pc:sldMkLst>
          <pc:docMk/>
          <pc:sldMk cId="1387889751" sldId="262"/>
        </pc:sldMkLst>
        <pc:spChg chg="mod">
          <ac:chgData name="Gaurav Kothari" userId="ae0e5468ea62c2a0" providerId="LiveId" clId="{95702E18-22E4-4321-A6FD-987AA5C74287}" dt="2025-11-08T09:50:37.950" v="460" actId="14100"/>
          <ac:spMkLst>
            <pc:docMk/>
            <pc:sldMk cId="1387889751" sldId="262"/>
            <ac:spMk id="3" creationId="{C8511780-DFA2-66E6-6FD9-0C276B5BECE1}"/>
          </ac:spMkLst>
        </pc:spChg>
      </pc:sldChg>
      <pc:sldChg chg="delSp modSp new mod">
        <pc:chgData name="Gaurav Kothari" userId="ae0e5468ea62c2a0" providerId="LiveId" clId="{95702E18-22E4-4321-A6FD-987AA5C74287}" dt="2025-11-08T09:51:54.594" v="486" actId="113"/>
        <pc:sldMkLst>
          <pc:docMk/>
          <pc:sldMk cId="3583244050" sldId="263"/>
        </pc:sldMkLst>
        <pc:spChg chg="mod">
          <ac:chgData name="Gaurav Kothari" userId="ae0e5468ea62c2a0" providerId="LiveId" clId="{95702E18-22E4-4321-A6FD-987AA5C74287}" dt="2025-11-08T09:51:54.594" v="486" actId="113"/>
          <ac:spMkLst>
            <pc:docMk/>
            <pc:sldMk cId="3583244050" sldId="263"/>
            <ac:spMk id="3" creationId="{6239A065-686F-F21D-6B39-E1F35CB5EB47}"/>
          </ac:spMkLst>
        </pc:spChg>
      </pc:sldChg>
      <pc:sldChg chg="modSp new mod">
        <pc:chgData name="Gaurav Kothari" userId="ae0e5468ea62c2a0" providerId="LiveId" clId="{95702E18-22E4-4321-A6FD-987AA5C74287}" dt="2025-11-11T09:52:37.303" v="597" actId="21"/>
        <pc:sldMkLst>
          <pc:docMk/>
          <pc:sldMk cId="2985297339" sldId="264"/>
        </pc:sldMkLst>
        <pc:spChg chg="mod">
          <ac:chgData name="Gaurav Kothari" userId="ae0e5468ea62c2a0" providerId="LiveId" clId="{95702E18-22E4-4321-A6FD-987AA5C74287}" dt="2025-11-08T09:52:35.484" v="500" actId="14100"/>
          <ac:spMkLst>
            <pc:docMk/>
            <pc:sldMk cId="2985297339" sldId="264"/>
            <ac:spMk id="2" creationId="{5A7A4CC8-B040-7143-35AE-F9E7310FF8DF}"/>
          </ac:spMkLst>
        </pc:spChg>
        <pc:spChg chg="mod">
          <ac:chgData name="Gaurav Kothari" userId="ae0e5468ea62c2a0" providerId="LiveId" clId="{95702E18-22E4-4321-A6FD-987AA5C74287}" dt="2025-11-11T09:52:37.303" v="597" actId="21"/>
          <ac:spMkLst>
            <pc:docMk/>
            <pc:sldMk cId="2985297339" sldId="264"/>
            <ac:spMk id="3" creationId="{96602AE4-EFCA-A574-8534-398A141918CE}"/>
          </ac:spMkLst>
        </pc:spChg>
      </pc:sldChg>
      <pc:sldChg chg="modSp new mod">
        <pc:chgData name="Gaurav Kothari" userId="ae0e5468ea62c2a0" providerId="LiveId" clId="{95702E18-22E4-4321-A6FD-987AA5C74287}" dt="2025-11-08T09:53:51.159" v="532" actId="15"/>
        <pc:sldMkLst>
          <pc:docMk/>
          <pc:sldMk cId="2724520810" sldId="265"/>
        </pc:sldMkLst>
        <pc:spChg chg="mod">
          <ac:chgData name="Gaurav Kothari" userId="ae0e5468ea62c2a0" providerId="LiveId" clId="{95702E18-22E4-4321-A6FD-987AA5C74287}" dt="2025-11-08T09:53:20.187" v="514" actId="14100"/>
          <ac:spMkLst>
            <pc:docMk/>
            <pc:sldMk cId="2724520810" sldId="265"/>
            <ac:spMk id="2" creationId="{5F9E9855-745C-DEEE-CEC2-738AD6AFFDA2}"/>
          </ac:spMkLst>
        </pc:spChg>
        <pc:spChg chg="mod">
          <ac:chgData name="Gaurav Kothari" userId="ae0e5468ea62c2a0" providerId="LiveId" clId="{95702E18-22E4-4321-A6FD-987AA5C74287}" dt="2025-11-08T09:53:51.159" v="532" actId="15"/>
          <ac:spMkLst>
            <pc:docMk/>
            <pc:sldMk cId="2724520810" sldId="265"/>
            <ac:spMk id="3" creationId="{51F34DAD-54D1-64D6-84FA-720AD03A3E37}"/>
          </ac:spMkLst>
        </pc:spChg>
      </pc:sldChg>
      <pc:sldChg chg="modSp new mod">
        <pc:chgData name="Gaurav Kothari" userId="ae0e5468ea62c2a0" providerId="LiveId" clId="{95702E18-22E4-4321-A6FD-987AA5C74287}" dt="2025-11-08T09:56:09.461" v="575" actId="14100"/>
        <pc:sldMkLst>
          <pc:docMk/>
          <pc:sldMk cId="1659082571" sldId="266"/>
        </pc:sldMkLst>
        <pc:spChg chg="mod">
          <ac:chgData name="Gaurav Kothari" userId="ae0e5468ea62c2a0" providerId="LiveId" clId="{95702E18-22E4-4321-A6FD-987AA5C74287}" dt="2025-11-08T09:54:07.734" v="535" actId="255"/>
          <ac:spMkLst>
            <pc:docMk/>
            <pc:sldMk cId="1659082571" sldId="266"/>
            <ac:spMk id="2" creationId="{B086EE87-AB7C-0A50-09E0-7E89462A6BCD}"/>
          </ac:spMkLst>
        </pc:spChg>
        <pc:spChg chg="mod">
          <ac:chgData name="Gaurav Kothari" userId="ae0e5468ea62c2a0" providerId="LiveId" clId="{95702E18-22E4-4321-A6FD-987AA5C74287}" dt="2025-11-08T09:56:09.461" v="575" actId="14100"/>
          <ac:spMkLst>
            <pc:docMk/>
            <pc:sldMk cId="1659082571" sldId="266"/>
            <ac:spMk id="3" creationId="{71B3BF3E-5092-67DD-3097-808A8F5CBA65}"/>
          </ac:spMkLst>
        </pc:spChg>
      </pc:sldChg>
      <pc:sldChg chg="modSp new mod">
        <pc:chgData name="Gaurav Kothari" userId="ae0e5468ea62c2a0" providerId="LiveId" clId="{95702E18-22E4-4321-A6FD-987AA5C74287}" dt="2025-11-08T09:56:01.607" v="574" actId="255"/>
        <pc:sldMkLst>
          <pc:docMk/>
          <pc:sldMk cId="2019553241" sldId="267"/>
        </pc:sldMkLst>
        <pc:spChg chg="mod">
          <ac:chgData name="Gaurav Kothari" userId="ae0e5468ea62c2a0" providerId="LiveId" clId="{95702E18-22E4-4321-A6FD-987AA5C74287}" dt="2025-11-08T09:55:32.081" v="556" actId="14100"/>
          <ac:spMkLst>
            <pc:docMk/>
            <pc:sldMk cId="2019553241" sldId="267"/>
            <ac:spMk id="2" creationId="{AECB6EE4-EA2B-332F-3FFB-0CD998C47620}"/>
          </ac:spMkLst>
        </pc:spChg>
        <pc:spChg chg="mod">
          <ac:chgData name="Gaurav Kothari" userId="ae0e5468ea62c2a0" providerId="LiveId" clId="{95702E18-22E4-4321-A6FD-987AA5C74287}" dt="2025-11-08T09:56:01.607" v="574" actId="255"/>
          <ac:spMkLst>
            <pc:docMk/>
            <pc:sldMk cId="2019553241" sldId="267"/>
            <ac:spMk id="3" creationId="{FB25596F-22D5-D656-6399-EA1C228D8AD8}"/>
          </ac:spMkLst>
        </pc:spChg>
      </pc:sldChg>
      <pc:sldChg chg="new">
        <pc:chgData name="Gaurav Kothari" userId="ae0e5468ea62c2a0" providerId="LiveId" clId="{95702E18-22E4-4321-A6FD-987AA5C74287}" dt="2025-11-11T09:43:52.987" v="585" actId="680"/>
        <pc:sldMkLst>
          <pc:docMk/>
          <pc:sldMk cId="1511672894" sldId="268"/>
        </pc:sldMkLst>
      </pc:sldChg>
      <pc:sldChg chg="delSp modSp new mod">
        <pc:chgData name="Gaurav Kothari" userId="ae0e5468ea62c2a0" providerId="LiveId" clId="{95702E18-22E4-4321-A6FD-987AA5C74287}" dt="2025-11-11T09:53:24.098" v="625" actId="20577"/>
        <pc:sldMkLst>
          <pc:docMk/>
          <pc:sldMk cId="1474815503" sldId="269"/>
        </pc:sldMkLst>
        <pc:spChg chg="del">
          <ac:chgData name="Gaurav Kothari" userId="ae0e5468ea62c2a0" providerId="LiveId" clId="{95702E18-22E4-4321-A6FD-987AA5C74287}" dt="2025-11-11T09:53:01.286" v="608" actId="478"/>
          <ac:spMkLst>
            <pc:docMk/>
            <pc:sldMk cId="1474815503" sldId="269"/>
            <ac:spMk id="2" creationId="{EF91F048-AFCD-615E-B990-B0BF02E5CD25}"/>
          </ac:spMkLst>
        </pc:spChg>
        <pc:spChg chg="mod">
          <ac:chgData name="Gaurav Kothari" userId="ae0e5468ea62c2a0" providerId="LiveId" clId="{95702E18-22E4-4321-A6FD-987AA5C74287}" dt="2025-11-11T09:53:24.098" v="625" actId="20577"/>
          <ac:spMkLst>
            <pc:docMk/>
            <pc:sldMk cId="1474815503" sldId="269"/>
            <ac:spMk id="3" creationId="{6014CCB8-3E48-0F07-5834-05320F7D17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8B27-CF72-77FB-F3E5-76AD5C092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982B3-297B-C013-B301-A70CA07B6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C30F-B61C-01DA-79F8-E49740CD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8919A-43D1-765D-A69D-76A9AB01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F731-6FFC-C4E8-F1A2-7F0F1853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71EB-4877-99E9-3D4F-57A14715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C554-34EF-6E31-D880-B6B5A625B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05C2E-2A11-0F0B-FF0C-48E61033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0E4D0-454B-90B1-9589-47351062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6A7C8-554C-F258-FA14-DFED0DA5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4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9E6B-AA5E-3EA2-82C6-3A242472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24360-13A1-A2E0-34E7-549776B1D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7D35-27A8-632A-124A-D20F7789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3EB4A-735D-45E1-6766-344FC958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4E7C-8701-560B-5CC7-89302744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9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AB82-A9D3-81F9-0B77-30AFD35B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90C33-EBE4-371A-2B86-612DFBABA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22B35-B600-F4CF-D4A8-A8F95F118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38999-721D-C44B-6172-0B813BA1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6EF95-E46E-D06D-95AA-801C9900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21E5A-D04A-BAA3-80F0-19DD7DE2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2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CA4F-7B3B-AD51-85E8-5E7D9056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4D9B3-B728-A819-9636-FFCDA87E2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BEDC9-BE49-A1C3-4CC1-9A813ED8D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15689-FFE4-672F-31FA-8839C3F76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1F960-4CF5-278E-A634-3AED5B3B7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3F9BA-6B3C-0F3C-ED13-279EE75C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FE4D4-F9CC-702D-6561-9C89DD36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1E9A1-758D-1017-4856-A0BE939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4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42E6-1D60-57DA-E6F2-E81D1B54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6EA17-7679-32EC-B585-45CFFE78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B004E-FD8F-E763-7EE2-F553EB10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5B2BA-500B-3D07-2025-E619D85C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3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66B38-AF8C-7D47-EF54-30D882A7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9E792-5D45-BA16-B613-346641A1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394A-029E-EDC0-62AE-B347A50B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26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9EF1-6AD3-A618-801F-3F7480DA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AD9D-32F4-FCB9-EFBB-6620654B3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4F0FC-3D4E-0043-3C1A-EAA019BF4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9313A-62ED-D4D9-2C8C-F61CFE10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B327E-A2EB-9F6D-C999-7B349717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3E121-DF66-A677-44C7-CECD663D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6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14F3-B6A2-1DD8-8C81-F5C2C7A0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15FE9-C4A3-DD5E-9714-3EE26D677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72BA-57E0-F7F8-B4C7-4D2DF9285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3CE0A-E685-CD7D-6B6A-92CDA6DE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69EBD-4857-1133-33FB-1C539FD9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602A-1025-D76D-C58E-65E106C3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57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E31-1C08-B5CB-7375-CA78E171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91F7D-7C64-1AF6-E71A-A9B2FCB9D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41F3-21DE-013D-D74A-319C18C4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56A7-BDD4-1E86-0B5C-90FE44CC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1BA2A-F088-1F15-8D65-CF888FD2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1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A2056-FAEA-ACDA-3BFB-01902E850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908F9-BDE4-6D76-9624-B71467744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7C6D6-E00F-AF50-7813-7B38C127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5F961-8DDE-5064-8A58-9B479C23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F8AE7-78B7-0882-39CD-EED9180D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7152B-D9E6-77A4-8826-260F0E08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C2CA5-D66B-01DA-7978-967404DAD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71F7A-EE6E-1791-CD30-F9381DA2C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B333-991C-4D0D-A170-198A8225E4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B6EEF-32BF-EC05-C74A-DED17D3E5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6101-2F82-4299-E4D3-04685087B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4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D2AE-AC0F-494A-5D5C-95BEB940F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53274"/>
          </a:xfrm>
        </p:spPr>
        <p:txBody>
          <a:bodyPr>
            <a:normAutofit fontScale="90000"/>
          </a:bodyPr>
          <a:lstStyle/>
          <a:p>
            <a:r>
              <a:rPr lang="en-US" sz="4300" b="1" dirty="0"/>
              <a:t>Connection pooling</a:t>
            </a:r>
            <a:br>
              <a:rPr lang="en-US" sz="4300" dirty="0"/>
            </a:br>
            <a:endParaRPr lang="en-US" sz="4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17E1A-CA37-DE45-815B-D5B9C6A1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972" y="1424763"/>
            <a:ext cx="10590028" cy="4933507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Connection pooling is the process of creating and maintaining a pool (or cache) of open connections that can be reused by multiple clients or threads, rather than opening and closing a new connection every time one is needed.</a:t>
            </a:r>
          </a:p>
          <a:p>
            <a:pPr algn="just"/>
            <a:r>
              <a:rPr lang="en-US" dirty="0"/>
              <a:t>In short, Connection pooling is a technique used in software development—especially in database and network programming—to manage and reuse connections efficiently.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r>
              <a:rPr lang="en-US" b="1" dirty="0"/>
              <a:t>Why It Matters:</a:t>
            </a:r>
            <a:endParaRPr lang="en-US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b="1" dirty="0"/>
              <a:t>Performance Boost</a:t>
            </a:r>
            <a:r>
              <a:rPr lang="en-US" dirty="0"/>
              <a:t>: Opening a new connection (especially to a database or remote server) is expensive and slow. Pooling avoids that overhead.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b="1" dirty="0"/>
              <a:t>Resource Management</a:t>
            </a:r>
            <a:r>
              <a:rPr lang="en-US" dirty="0"/>
              <a:t>: Limits the number of simultaneous connections, preventing overload.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b="1" dirty="0"/>
              <a:t>Scalability</a:t>
            </a:r>
            <a:r>
              <a:rPr lang="en-US" dirty="0"/>
              <a:t>: Helps applications handle more users or requests without crashing or slowing down.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8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F6A7DA7-286F-683C-B366-0DE2C85051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265" y="1493016"/>
            <a:ext cx="1121912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It Works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pool of connections is created when the application starts.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request needs a connection, it borrows one from the pool.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the request is done, the connection is returned to the pool for reuse.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all connections are in use, the request may wait or fail, depending on configuration.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Use Cases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applications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connecting to SQL databases (e.g., MySQL, PostgreSQL).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making frequent calls to external services.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Multithreaded apps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needing concurrent access to shared resources.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33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7B04-A606-1733-9AFB-0A3C313BA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60" y="467833"/>
            <a:ext cx="10811540" cy="5709130"/>
          </a:xfrm>
        </p:spPr>
        <p:txBody>
          <a:bodyPr>
            <a:normAutofit fontScale="77500" lnSpcReduction="2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Connection pooling typically involves </a:t>
            </a:r>
            <a:r>
              <a:rPr lang="en-US" b="1" dirty="0"/>
              <a:t>connections from the same application</a:t>
            </a:r>
            <a:r>
              <a:rPr lang="en-US" dirty="0"/>
              <a:t> to a specific resource—most commonly a database or a remote service.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Here's how it breaks down:</a:t>
            </a:r>
          </a:p>
          <a:p>
            <a:pPr marL="0" indent="0" algn="just">
              <a:buNone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Same Application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Most often, connection pooling is used within a single application. For example: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A web server (like Django, Spring Boot, or Node.js) maintains a pool of database connections.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Each incoming request grabs a connection from the pool, uses it, and returns it when done.</a:t>
            </a:r>
          </a:p>
          <a:p>
            <a:pPr marL="914400" lvl="1" indent="-457200" algn="just">
              <a:buFont typeface="+mj-lt"/>
              <a:buAutoNum type="alphaLcParenR"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Different Threads or Users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Even though it's the same application, the pool serves </a:t>
            </a:r>
            <a:r>
              <a:rPr lang="en-US" b="1" dirty="0"/>
              <a:t>multiple threads or users</a:t>
            </a:r>
            <a:r>
              <a:rPr lang="en-US" dirty="0"/>
              <a:t>. So each user request doesn’t open a new connection—it borrows one from the pool.</a:t>
            </a:r>
          </a:p>
          <a:p>
            <a:pPr marL="514350" lvl="0" indent="-514350" algn="just">
              <a:buFont typeface="+mj-lt"/>
              <a:buAutoNum type="arabicPeriod"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Shared Across Instances (Advanced)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more complex setups (like microservices or distributed systems), multiple instances of the same application might use </a:t>
            </a:r>
            <a:r>
              <a:rPr lang="en-US" b="1" dirty="0"/>
              <a:t>separate pools</a:t>
            </a:r>
            <a:r>
              <a:rPr lang="en-US" dirty="0"/>
              <a:t>, or in some cases, a </a:t>
            </a:r>
            <a:r>
              <a:rPr lang="en-US" b="1" dirty="0"/>
              <a:t>shared pool manager</a:t>
            </a:r>
            <a:r>
              <a:rPr lang="en-US" dirty="0"/>
              <a:t>—but that’s more advanced and less common.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8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671B-4A31-B4AB-3910-1C8E573E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1480"/>
          </a:xfrm>
        </p:spPr>
        <p:txBody>
          <a:bodyPr>
            <a:normAutofit/>
          </a:bodyPr>
          <a:lstStyle/>
          <a:p>
            <a:r>
              <a:rPr lang="en-US" sz="4300" dirty="0" err="1"/>
              <a:t>DataSource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ADC32-2DA9-0C64-AE11-61442B522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419"/>
            <a:ext cx="10783186" cy="5376455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DataSource</a:t>
            </a:r>
            <a:r>
              <a:rPr lang="en-US" dirty="0"/>
              <a:t> interface in Java plays a central role in managing database </a:t>
            </a:r>
            <a:r>
              <a:rPr lang="en-US" dirty="0" err="1"/>
              <a:t>connections.Here's</a:t>
            </a:r>
            <a:r>
              <a:rPr lang="en-US" dirty="0"/>
              <a:t> what it actually </a:t>
            </a:r>
            <a:r>
              <a:rPr lang="en-US" i="1" dirty="0"/>
              <a:t>does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What Does </a:t>
            </a:r>
            <a:r>
              <a:rPr lang="en-US" b="1" dirty="0" err="1"/>
              <a:t>DataSource</a:t>
            </a:r>
            <a:r>
              <a:rPr lang="en-US" b="1" dirty="0"/>
              <a:t> Do?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Provides Connections:</a:t>
            </a:r>
            <a:r>
              <a:rPr lang="en-US" dirty="0"/>
              <a:t> Its main job is to give you a Connection object to interact with the database. Instead of calling </a:t>
            </a:r>
            <a:r>
              <a:rPr lang="en-US" dirty="0" err="1"/>
              <a:t>DriverManager.getConnection</a:t>
            </a:r>
            <a:r>
              <a:rPr lang="en-US" dirty="0"/>
              <a:t>(...), you ask the </a:t>
            </a:r>
            <a:r>
              <a:rPr lang="en-US" dirty="0" err="1"/>
              <a:t>DataSource</a:t>
            </a:r>
            <a:r>
              <a:rPr lang="en-US" dirty="0"/>
              <a:t> for one.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Supports Connection Pooling: </a:t>
            </a:r>
            <a:r>
              <a:rPr lang="en-US" dirty="0"/>
              <a:t>Most </a:t>
            </a:r>
            <a:r>
              <a:rPr lang="en-US" dirty="0" err="1"/>
              <a:t>DataSource</a:t>
            </a:r>
            <a:r>
              <a:rPr lang="en-US" dirty="0"/>
              <a:t> implementations (like </a:t>
            </a:r>
            <a:r>
              <a:rPr lang="en-US" dirty="0" err="1"/>
              <a:t>HikariCP</a:t>
            </a:r>
            <a:r>
              <a:rPr lang="en-US" dirty="0"/>
              <a:t>, Apache DBCP, C3P0) manage a pool of connections behind the scenes. This boosts performance and scalability.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Simplifies Configuration:</a:t>
            </a:r>
            <a:r>
              <a:rPr lang="en-US" dirty="0"/>
              <a:t> You can configure it with properties like URL, username, password, and pool size—often externally via config files or Spring Boot's </a:t>
            </a:r>
            <a:r>
              <a:rPr lang="en-US" dirty="0" err="1"/>
              <a:t>application.properties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0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8FAF2-780C-1DB4-0B10-C1A2380A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0" y="467833"/>
            <a:ext cx="10854070" cy="5709130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US" b="1" dirty="0"/>
              <a:t>4. Integrates with JNDI (Java Naming and Directory Interface):</a:t>
            </a:r>
            <a:r>
              <a:rPr lang="en-US" dirty="0"/>
              <a:t> In enterprise environments (like Java EE), </a:t>
            </a:r>
            <a:r>
              <a:rPr lang="en-US" dirty="0" err="1"/>
              <a:t>DataSource</a:t>
            </a:r>
            <a:r>
              <a:rPr lang="en-US" dirty="0"/>
              <a:t> can be registered with JNDI and retrieved by name, making it easy to share across applications.</a:t>
            </a:r>
          </a:p>
          <a:p>
            <a:pPr marL="0" lvl="0" indent="0" algn="just">
              <a:buNone/>
            </a:pPr>
            <a:r>
              <a:rPr lang="en-US" b="1" dirty="0"/>
              <a:t>5. Works with Dependency Injection:</a:t>
            </a:r>
            <a:r>
              <a:rPr lang="en-US" dirty="0"/>
              <a:t> In frameworks like Spring, you can inject a </a:t>
            </a:r>
            <a:r>
              <a:rPr lang="en-US" dirty="0" err="1"/>
              <a:t>DataSource</a:t>
            </a:r>
            <a:r>
              <a:rPr lang="en-US" dirty="0"/>
              <a:t> bean wherever you need it, keeping your code clean and decoupled.</a:t>
            </a:r>
          </a:p>
          <a:p>
            <a:pPr algn="just"/>
            <a:r>
              <a:rPr lang="en-US" b="1" dirty="0"/>
              <a:t>Behind the Scenes, </a:t>
            </a:r>
            <a:r>
              <a:rPr lang="en-US" dirty="0"/>
              <a:t>When you call something like:</a:t>
            </a:r>
          </a:p>
          <a:p>
            <a:pPr marL="0" indent="0" algn="just">
              <a:buNone/>
            </a:pPr>
            <a:r>
              <a:rPr lang="en-US" dirty="0"/>
              <a:t>	Connection conn = </a:t>
            </a:r>
            <a:r>
              <a:rPr lang="en-US" dirty="0" err="1"/>
              <a:t>dataSource.getConnection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You're not creating a new connection from scratch. You're likely borrowing one from a pool, using it, and then returning it—making your app faster and more efficient.</a:t>
            </a:r>
          </a:p>
          <a:p>
            <a:pPr marL="0" indent="0" algn="just">
              <a:buNone/>
            </a:pPr>
            <a:r>
              <a:rPr lang="en-US" dirty="0" err="1"/>
              <a:t>Inshort</a:t>
            </a:r>
            <a:r>
              <a:rPr lang="en-US" dirty="0"/>
              <a:t>, </a:t>
            </a:r>
            <a:r>
              <a:rPr lang="en-US" dirty="0" err="1"/>
              <a:t>DataSource</a:t>
            </a:r>
            <a:r>
              <a:rPr lang="en-US" dirty="0"/>
              <a:t> is an interface in Java (from </a:t>
            </a:r>
            <a:r>
              <a:rPr lang="en-US" dirty="0" err="1"/>
              <a:t>javax.sql.DataSource</a:t>
            </a:r>
            <a:r>
              <a:rPr lang="en-US" dirty="0"/>
              <a:t> or </a:t>
            </a:r>
            <a:r>
              <a:rPr lang="en-US" dirty="0" err="1"/>
              <a:t>jakarta.sql.DataSource</a:t>
            </a:r>
            <a:r>
              <a:rPr lang="en-US" dirty="0"/>
              <a:t>). That means you can't instantiate it directly. But you can return an object that implements it.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57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2EB3-7FE2-F70D-9355-4E32EF445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71" y="308344"/>
            <a:ext cx="11483163" cy="5868619"/>
          </a:xfrm>
        </p:spPr>
        <p:txBody>
          <a:bodyPr>
            <a:normAutofit/>
          </a:bodyPr>
          <a:lstStyle/>
          <a:p>
            <a:r>
              <a:rPr lang="en-US" dirty="0"/>
              <a:t>When you write a method like:</a:t>
            </a:r>
          </a:p>
          <a:p>
            <a:pPr marL="0" indent="0">
              <a:buNone/>
            </a:pPr>
            <a:r>
              <a:rPr lang="en-US" dirty="0"/>
              <a:t>@Bean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DataSource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// return some </a:t>
            </a:r>
            <a:r>
              <a:rPr lang="en-US" dirty="0" err="1"/>
              <a:t>DataSource</a:t>
            </a:r>
            <a:r>
              <a:rPr lang="en-US" dirty="0"/>
              <a:t> implementation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You're returning an instance of a class that implements </a:t>
            </a:r>
            <a:r>
              <a:rPr lang="en-US" sz="2400" dirty="0" err="1"/>
              <a:t>DataSource</a:t>
            </a:r>
            <a:r>
              <a:rPr lang="en-US" sz="2400" dirty="0"/>
              <a:t>, such as:</a:t>
            </a:r>
          </a:p>
          <a:p>
            <a:pPr marL="514350" lvl="0" indent="-514350">
              <a:buFont typeface="+mj-lt"/>
              <a:buAutoNum type="arabicPeriod"/>
            </a:pPr>
            <a:endParaRPr lang="en-US" sz="2400" b="1" dirty="0"/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HikariDataSource</a:t>
            </a:r>
            <a:r>
              <a:rPr lang="en-US" sz="2400" b="1" dirty="0"/>
              <a:t> (from </a:t>
            </a:r>
            <a:r>
              <a:rPr lang="en-US" sz="2400" b="1" dirty="0" err="1"/>
              <a:t>HikariCP</a:t>
            </a:r>
            <a:r>
              <a:rPr lang="en-US" sz="2400" b="1" dirty="0"/>
              <a:t>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BasicDataSource</a:t>
            </a:r>
            <a:r>
              <a:rPr lang="en-US" sz="2400" b="1" dirty="0"/>
              <a:t> (from Apache Commons DBCP)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DriverManagerDataSource</a:t>
            </a:r>
            <a:r>
              <a:rPr lang="en-US" sz="2400" b="1" dirty="0"/>
              <a:t> (from Spring JDBC)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ComboPooledDataSource</a:t>
            </a:r>
            <a:r>
              <a:rPr lang="en-US" sz="2400" b="1" dirty="0"/>
              <a:t> (from C3P0)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281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1780-DFA2-66E6-6FD9-0C276B5BE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59488"/>
            <a:ext cx="11451265" cy="601747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b="1" dirty="0"/>
              <a:t>Note : </a:t>
            </a:r>
          </a:p>
          <a:p>
            <a:pPr marL="0" lvl="0" indent="0">
              <a:buNone/>
            </a:pPr>
            <a:r>
              <a:rPr lang="en-US" sz="2000" b="1" dirty="0"/>
              <a:t>1. CP</a:t>
            </a:r>
            <a:r>
              <a:rPr lang="en-US" sz="2000" dirty="0"/>
              <a:t> – Connection Pool</a:t>
            </a:r>
          </a:p>
          <a:p>
            <a:pPr marL="0" lvl="0" indent="0">
              <a:buNone/>
            </a:pPr>
            <a:r>
              <a:rPr lang="en-US" sz="2000" b="1" dirty="0"/>
              <a:t>Used in:</a:t>
            </a:r>
            <a:r>
              <a:rPr lang="en-US" sz="2000" dirty="0"/>
              <a:t> </a:t>
            </a:r>
            <a:r>
              <a:rPr lang="en-US" sz="2000" dirty="0" err="1"/>
              <a:t>HikariCP</a:t>
            </a:r>
            <a:r>
              <a:rPr lang="en-US" sz="2000" dirty="0"/>
              <a:t> (Hikari Connection Pool)</a:t>
            </a:r>
          </a:p>
          <a:p>
            <a:pPr marL="0" lvl="0" indent="0">
              <a:buNone/>
            </a:pPr>
            <a:r>
              <a:rPr lang="en-US" sz="2000" b="1" dirty="0"/>
              <a:t>Meaning:</a:t>
            </a:r>
            <a:r>
              <a:rPr lang="en-US" sz="2000" dirty="0"/>
              <a:t> A pool of reusable database connections to improve performance and resource management.</a:t>
            </a:r>
          </a:p>
          <a:p>
            <a:pPr marL="0" lvl="0" indent="0">
              <a:buNone/>
            </a:pPr>
            <a:r>
              <a:rPr lang="en-US" sz="2000" dirty="0"/>
              <a:t>In </a:t>
            </a:r>
            <a:r>
              <a:rPr lang="en-US" sz="2000" dirty="0" err="1"/>
              <a:t>HikariCP</a:t>
            </a:r>
            <a:r>
              <a:rPr lang="en-US" sz="2000" dirty="0"/>
              <a:t>, “Hikari” means “light” in Japanese, symbolizing speed and efficiency.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 algn="just">
              <a:buNone/>
            </a:pPr>
            <a:r>
              <a:rPr lang="en-US" sz="2000" b="1" dirty="0"/>
              <a:t>2. DBCP</a:t>
            </a:r>
            <a:r>
              <a:rPr lang="en-US" sz="2000" dirty="0"/>
              <a:t> – Database Connection Pooling</a:t>
            </a:r>
          </a:p>
          <a:p>
            <a:pPr marL="0" lvl="0" indent="0" algn="just">
              <a:buNone/>
            </a:pPr>
            <a:r>
              <a:rPr lang="en-US" sz="2000" b="1" dirty="0"/>
              <a:t>Used in:</a:t>
            </a:r>
            <a:r>
              <a:rPr lang="en-US" sz="2000" dirty="0"/>
              <a:t> Apache Commons DBCP</a:t>
            </a:r>
          </a:p>
          <a:p>
            <a:pPr marL="0" lvl="0" indent="0" algn="just">
              <a:buNone/>
            </a:pPr>
            <a:r>
              <a:rPr lang="en-US" sz="2000" b="1" dirty="0"/>
              <a:t>Meaning:</a:t>
            </a:r>
            <a:r>
              <a:rPr lang="en-US" sz="2000" dirty="0"/>
              <a:t> A library that provides database connection pooling services.</a:t>
            </a:r>
          </a:p>
          <a:p>
            <a:pPr marL="0" lvl="0" indent="0" algn="just">
              <a:buNone/>
            </a:pPr>
            <a:r>
              <a:rPr lang="en-US" sz="2000" dirty="0"/>
              <a:t>It’s part of the Apache Commons project and is often used in legacy Java applications.</a:t>
            </a:r>
          </a:p>
          <a:p>
            <a:pPr marL="0" lvl="0" indent="0" algn="just">
              <a:buNone/>
            </a:pPr>
            <a:endParaRPr lang="en-US" sz="2000" b="1" dirty="0"/>
          </a:p>
          <a:p>
            <a:pPr marL="0" lvl="0" indent="0" algn="just">
              <a:buNone/>
            </a:pPr>
            <a:r>
              <a:rPr lang="en-US" sz="2000" b="1" dirty="0"/>
              <a:t>3. C3P0</a:t>
            </a:r>
            <a:r>
              <a:rPr lang="en-US" sz="2000" dirty="0"/>
              <a:t> – (Not an acronym, but a name inspired by Star Wars' C-3PO)</a:t>
            </a:r>
          </a:p>
          <a:p>
            <a:pPr marL="0" lvl="0" indent="0" algn="just">
              <a:buNone/>
            </a:pPr>
            <a:r>
              <a:rPr lang="en-US" sz="2000" b="1" dirty="0"/>
              <a:t>Used in:</a:t>
            </a:r>
            <a:r>
              <a:rPr lang="en-US" sz="2000" dirty="0"/>
              <a:t> C3P0 connection pooling library</a:t>
            </a:r>
          </a:p>
          <a:p>
            <a:pPr marL="0" lvl="0" indent="0" algn="just">
              <a:buNone/>
            </a:pPr>
            <a:r>
              <a:rPr lang="en-US" sz="2000" b="1" dirty="0"/>
              <a:t>Meaning:</a:t>
            </a:r>
            <a:r>
              <a:rPr lang="en-US" sz="2000" dirty="0"/>
              <a:t> It’s a whimsical name, not a technical abbreviation. The library provides JDBC connection and statement pooling.</a:t>
            </a:r>
          </a:p>
          <a:p>
            <a:pPr marL="0" lvl="0" indent="0" algn="just">
              <a:buNone/>
            </a:pPr>
            <a:r>
              <a:rPr lang="en-US" sz="2000" dirty="0"/>
              <a:t>Created by Steve Waldman, it’s known for features like automatic recovery and statement caching.</a:t>
            </a:r>
          </a:p>
          <a:p>
            <a:pPr marL="0" lvl="0" indent="0" algn="just">
              <a:buNone/>
            </a:pPr>
            <a:r>
              <a:rPr lang="en-US" sz="2000" dirty="0"/>
              <a:t> </a:t>
            </a:r>
          </a:p>
          <a:p>
            <a:pPr marL="514350" lvl="0" indent="-514350" algn="just">
              <a:buFont typeface="+mj-lt"/>
              <a:buAutoNum type="arabicPeriod"/>
            </a:pPr>
            <a:endParaRPr lang="en-US" sz="2000" dirty="0"/>
          </a:p>
          <a:p>
            <a:pPr marL="514350" indent="-514350" algn="just">
              <a:buFont typeface="+mj-lt"/>
              <a:buAutoNum type="arabicPeriod"/>
            </a:pP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78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A065-686F-F21D-6B39-E1F35CB5E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Explaination</a:t>
            </a:r>
            <a:r>
              <a:rPr lang="en-US" b="1" dirty="0"/>
              <a:t> of : 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HikariDataSource</a:t>
            </a:r>
            <a:r>
              <a:rPr lang="en-US" b="1" dirty="0"/>
              <a:t> (from </a:t>
            </a:r>
            <a:r>
              <a:rPr lang="en-US" b="1" dirty="0" err="1"/>
              <a:t>HikariCP</a:t>
            </a:r>
            <a:r>
              <a:rPr lang="en-US" b="1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BasicDataSource</a:t>
            </a:r>
            <a:r>
              <a:rPr lang="en-US" b="1" dirty="0"/>
              <a:t> (from Apache Commons DBCP)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DriverManagerDataSource</a:t>
            </a:r>
            <a:r>
              <a:rPr lang="en-US" b="1" dirty="0"/>
              <a:t> (from Spring JDBC)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ComboPooledDataSource</a:t>
            </a:r>
            <a:r>
              <a:rPr lang="en-US" b="1" dirty="0"/>
              <a:t> (from C3P0)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324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4CC8-B040-7143-35AE-F9E7310F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86" y="202020"/>
            <a:ext cx="10705214" cy="850604"/>
          </a:xfrm>
        </p:spPr>
        <p:txBody>
          <a:bodyPr>
            <a:normAutofit/>
          </a:bodyPr>
          <a:lstStyle/>
          <a:p>
            <a:r>
              <a:rPr lang="en-US" sz="4300" b="1" dirty="0"/>
              <a:t>1. </a:t>
            </a:r>
            <a:r>
              <a:rPr lang="en-US" sz="4300" b="1" dirty="0" err="1"/>
              <a:t>HikariDataSource</a:t>
            </a:r>
            <a:r>
              <a:rPr lang="en-US" sz="4300" b="1" dirty="0"/>
              <a:t> (</a:t>
            </a:r>
            <a:r>
              <a:rPr lang="en-US" sz="4300" b="1" dirty="0" err="1"/>
              <a:t>HikariCP</a:t>
            </a:r>
            <a:r>
              <a:rPr lang="en-US" sz="4300" b="1" dirty="0"/>
              <a:t>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2AE4-EFCA-A574-8534-398A14191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86" y="1052624"/>
            <a:ext cx="10705214" cy="5124339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</a:t>
            </a:r>
            <a:r>
              <a:rPr lang="en-US" sz="2200" dirty="0" err="1"/>
              <a:t>HikariCP</a:t>
            </a:r>
            <a:endParaRPr lang="en-US" sz="2200" dirty="0"/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Speed and low latency</a:t>
            </a:r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High-performance applications needing fast, lightweight connection pooling</a:t>
            </a:r>
          </a:p>
          <a:p>
            <a:r>
              <a:rPr lang="en-US" sz="2200" b="1" dirty="0"/>
              <a:t>Class</a:t>
            </a:r>
            <a:r>
              <a:rPr lang="en-US" sz="2200" dirty="0"/>
              <a:t>: </a:t>
            </a:r>
            <a:r>
              <a:rPr lang="en-US" sz="2200" dirty="0" err="1"/>
              <a:t>com.zaxxer.hikari.HikariDataSource</a:t>
            </a:r>
            <a:endParaRPr lang="en-US" sz="2200" dirty="0"/>
          </a:p>
          <a:p>
            <a:pPr lvl="0"/>
            <a:r>
              <a:rPr lang="en-US" sz="2200" dirty="0"/>
              <a:t>Note : </a:t>
            </a:r>
            <a:r>
              <a:rPr lang="en-US" b="1" dirty="0"/>
              <a:t>Highly recommended </a:t>
            </a:r>
            <a:endParaRPr lang="en-US" sz="2200" dirty="0"/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Extremely fast and efficient</a:t>
            </a:r>
          </a:p>
          <a:p>
            <a:pPr lvl="1"/>
            <a:r>
              <a:rPr lang="en-US" sz="2200" dirty="0"/>
              <a:t>Minimal configuration needed</a:t>
            </a:r>
          </a:p>
          <a:p>
            <a:pPr lvl="1"/>
            <a:r>
              <a:rPr lang="en-US" sz="2200" dirty="0"/>
              <a:t>Excellent for microservices and Spring Boot apps</a:t>
            </a:r>
          </a:p>
          <a:p>
            <a:pPr marL="457200" lvl="1" indent="0">
              <a:buNone/>
            </a:pPr>
            <a:endParaRPr lang="en-US" sz="18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8529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4CCB8-3E48-0F07-5834-05320F7D1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23" y="542260"/>
            <a:ext cx="10758377" cy="5634703"/>
          </a:xfrm>
        </p:spPr>
        <p:txBody>
          <a:bodyPr>
            <a:normAutofit/>
          </a:bodyPr>
          <a:lstStyle/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2200" dirty="0" err="1"/>
              <a:t>HikariConfig</a:t>
            </a:r>
            <a:r>
              <a:rPr lang="en-US" sz="2200" dirty="0"/>
              <a:t> config = new </a:t>
            </a:r>
            <a:r>
              <a:rPr lang="en-US" sz="2200" dirty="0" err="1"/>
              <a:t>HikariConfig</a:t>
            </a:r>
            <a:r>
              <a:rPr lang="en-US" sz="2200" dirty="0"/>
              <a:t>();</a:t>
            </a:r>
          </a:p>
          <a:p>
            <a:pPr marL="457200" lvl="1" indent="0">
              <a:buNone/>
            </a:pPr>
            <a:r>
              <a:rPr lang="en-US" sz="2200" dirty="0" err="1"/>
              <a:t>config.setJdbcUrl</a:t>
            </a:r>
            <a:r>
              <a:rPr lang="en-US" sz="2200" dirty="0"/>
              <a:t>("</a:t>
            </a:r>
            <a:r>
              <a:rPr lang="en-US" sz="2200" dirty="0" err="1"/>
              <a:t>jdbc:mysql</a:t>
            </a:r>
            <a:r>
              <a:rPr lang="en-US" sz="2200" dirty="0"/>
              <a:t>://localhost:3306/</a:t>
            </a:r>
            <a:r>
              <a:rPr lang="en-US" sz="2200" dirty="0" err="1"/>
              <a:t>mydb</a:t>
            </a:r>
            <a:r>
              <a:rPr lang="en-US" sz="2200" dirty="0"/>
              <a:t>");</a:t>
            </a:r>
          </a:p>
          <a:p>
            <a:pPr marL="457200" lvl="1" indent="0">
              <a:buNone/>
            </a:pPr>
            <a:r>
              <a:rPr lang="en-US" sz="2200" dirty="0" err="1"/>
              <a:t>config.setUsername</a:t>
            </a:r>
            <a:r>
              <a:rPr lang="en-US" sz="2200" dirty="0"/>
              <a:t>("user");</a:t>
            </a:r>
          </a:p>
          <a:p>
            <a:pPr marL="457200" lvl="1" indent="0">
              <a:buNone/>
            </a:pPr>
            <a:r>
              <a:rPr lang="en-US" sz="2200" dirty="0" err="1"/>
              <a:t>config.setPassword</a:t>
            </a:r>
            <a:r>
              <a:rPr lang="en-US" sz="2200" dirty="0"/>
              <a:t>("pass");</a:t>
            </a:r>
          </a:p>
          <a:p>
            <a:pPr marL="457200" lvl="1" indent="0">
              <a:buNone/>
            </a:pPr>
            <a:r>
              <a:rPr lang="en-US" sz="2200" dirty="0" err="1"/>
              <a:t>config.setMaximumPoolSize</a:t>
            </a:r>
            <a:r>
              <a:rPr lang="en-US" sz="2200" dirty="0"/>
              <a:t>(10);</a:t>
            </a:r>
          </a:p>
          <a:p>
            <a:pPr marL="457200" lvl="1" indent="0">
              <a:buNone/>
            </a:pPr>
            <a:r>
              <a:rPr lang="en-US" sz="2200" dirty="0" err="1"/>
              <a:t>DataSource</a:t>
            </a:r>
            <a:r>
              <a:rPr lang="en-US" sz="2200" dirty="0"/>
              <a:t> ds = new </a:t>
            </a:r>
            <a:r>
              <a:rPr lang="en-US" sz="2200" dirty="0" err="1"/>
              <a:t>HikariDataSource</a:t>
            </a:r>
            <a:r>
              <a:rPr lang="en-US" sz="2200" dirty="0"/>
              <a:t>(config);</a:t>
            </a:r>
          </a:p>
          <a:p>
            <a:pPr marL="457200" lvl="1" indent="0">
              <a:buNone/>
            </a:pP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Or</a:t>
            </a:r>
          </a:p>
          <a:p>
            <a:pPr marL="457200" lvl="1" indent="0">
              <a:buNone/>
            </a:pPr>
            <a:endParaRPr lang="en-US" sz="2200" dirty="0"/>
          </a:p>
          <a:p>
            <a:pPr marL="457200" lvl="1" indent="0">
              <a:buNone/>
            </a:pPr>
            <a:r>
              <a:rPr lang="en-US" sz="2200" dirty="0" err="1"/>
              <a:t>HikariDataSource</a:t>
            </a:r>
            <a:r>
              <a:rPr lang="en-US" sz="2200" dirty="0"/>
              <a:t> ds = new </a:t>
            </a:r>
            <a:r>
              <a:rPr lang="en-US" sz="2200" dirty="0" err="1"/>
              <a:t>HikariDataSource</a:t>
            </a:r>
            <a:r>
              <a:rPr lang="en-US" sz="2200" dirty="0"/>
              <a:t>();</a:t>
            </a:r>
          </a:p>
          <a:p>
            <a:pPr marL="457200" lvl="1" indent="0">
              <a:buNone/>
            </a:pPr>
            <a:r>
              <a:rPr lang="en-US" sz="2200" dirty="0" err="1"/>
              <a:t>ds.setJdbcUrl</a:t>
            </a:r>
            <a:r>
              <a:rPr lang="en-US" sz="2200" dirty="0"/>
              <a:t>("</a:t>
            </a:r>
            <a:r>
              <a:rPr lang="en-US" sz="2200" dirty="0" err="1"/>
              <a:t>jdbc:mysql</a:t>
            </a:r>
            <a:r>
              <a:rPr lang="en-US" sz="2200" dirty="0"/>
              <a:t>://localhost:3306/</a:t>
            </a:r>
            <a:r>
              <a:rPr lang="en-US" sz="2200" dirty="0" err="1"/>
              <a:t>mydb</a:t>
            </a:r>
            <a:r>
              <a:rPr lang="en-US" sz="2200" dirty="0"/>
              <a:t>");</a:t>
            </a:r>
          </a:p>
          <a:p>
            <a:pPr marL="457200" lvl="1" indent="0">
              <a:buNone/>
            </a:pPr>
            <a:r>
              <a:rPr lang="en-US" sz="2200" dirty="0" err="1"/>
              <a:t>ds.setUsername</a:t>
            </a:r>
            <a:r>
              <a:rPr lang="en-US" sz="2200" dirty="0"/>
              <a:t>("user");</a:t>
            </a:r>
          </a:p>
          <a:p>
            <a:pPr marL="457200" lvl="1" indent="0">
              <a:buNone/>
            </a:pPr>
            <a:r>
              <a:rPr lang="en-US" sz="2200" dirty="0" err="1"/>
              <a:t>ds.setPassword</a:t>
            </a:r>
            <a:r>
              <a:rPr lang="en-US" sz="2200" dirty="0"/>
              <a:t>("pass");</a:t>
            </a:r>
          </a:p>
          <a:p>
            <a:pPr marL="457200" lvl="1" indent="0">
              <a:buNone/>
            </a:pPr>
            <a:r>
              <a:rPr lang="en-US" sz="2200" dirty="0" err="1"/>
              <a:t>ds.setMaximumPoolSize</a:t>
            </a:r>
            <a:r>
              <a:rPr lang="en-US" sz="2200" dirty="0"/>
              <a:t>(10);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7481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9855-745C-DEEE-CEC2-738AD6AFF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149"/>
          </a:xfrm>
        </p:spPr>
        <p:txBody>
          <a:bodyPr>
            <a:normAutofit/>
          </a:bodyPr>
          <a:lstStyle/>
          <a:p>
            <a:r>
              <a:rPr lang="en-US" sz="4000" b="1" dirty="0"/>
              <a:t>2. </a:t>
            </a:r>
            <a:r>
              <a:rPr lang="en-US" sz="4000" b="1" dirty="0" err="1"/>
              <a:t>BasicDataSource</a:t>
            </a:r>
            <a:r>
              <a:rPr lang="en-US" sz="4000" b="1" dirty="0"/>
              <a:t> (Apache Commons DBCP)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4DAD-54D1-64D6-84FA-720AD03A3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051"/>
            <a:ext cx="10515600" cy="5049912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Apache Commons DBCP</a:t>
            </a:r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Stability and maturity</a:t>
            </a:r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Legacy systems or applications that prefer Apache libraries</a:t>
            </a:r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Thread-safe connection pooling</a:t>
            </a:r>
          </a:p>
          <a:p>
            <a:pPr lvl="1"/>
            <a:r>
              <a:rPr lang="en-US" sz="2200" dirty="0"/>
              <a:t>More verbose configuration</a:t>
            </a:r>
          </a:p>
          <a:p>
            <a:pPr lvl="1"/>
            <a:r>
              <a:rPr lang="en-US" sz="2200" dirty="0"/>
              <a:t>Slower than </a:t>
            </a:r>
            <a:r>
              <a:rPr lang="en-US" sz="2200" dirty="0" err="1"/>
              <a:t>HikariCP</a:t>
            </a:r>
            <a:r>
              <a:rPr lang="en-US" sz="2200" dirty="0"/>
              <a:t> but widely used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1800" dirty="0" err="1"/>
              <a:t>BasicDataSource</a:t>
            </a:r>
            <a:r>
              <a:rPr lang="en-US" sz="1800" dirty="0"/>
              <a:t> ds = new </a:t>
            </a:r>
            <a:r>
              <a:rPr lang="en-US" sz="1800" dirty="0" err="1"/>
              <a:t>BasicDataSource</a:t>
            </a:r>
            <a:r>
              <a:rPr lang="en-US" sz="1800" dirty="0"/>
              <a:t>();</a:t>
            </a:r>
          </a:p>
          <a:p>
            <a:pPr marL="457200" lvl="1" indent="0">
              <a:buNone/>
            </a:pPr>
            <a:r>
              <a:rPr lang="en-US" sz="1800" dirty="0" err="1"/>
              <a:t>ds.setUrl</a:t>
            </a:r>
            <a:r>
              <a:rPr lang="en-US" sz="1800" dirty="0"/>
              <a:t>("</a:t>
            </a:r>
            <a:r>
              <a:rPr lang="en-US" sz="1800" dirty="0" err="1"/>
              <a:t>jdbc:mysql</a:t>
            </a:r>
            <a:r>
              <a:rPr lang="en-US" sz="1800" dirty="0"/>
              <a:t>://localhost:3306/</a:t>
            </a:r>
            <a:r>
              <a:rPr lang="en-US" sz="1800" dirty="0" err="1"/>
              <a:t>mydb</a:t>
            </a:r>
            <a:r>
              <a:rPr lang="en-US" sz="1800" dirty="0"/>
              <a:t>");</a:t>
            </a:r>
          </a:p>
          <a:p>
            <a:pPr marL="457200" lvl="1" indent="0">
              <a:buNone/>
            </a:pPr>
            <a:r>
              <a:rPr lang="en-US" sz="1800" dirty="0" err="1"/>
              <a:t>ds.setUsername</a:t>
            </a:r>
            <a:r>
              <a:rPr lang="en-US" sz="1800" dirty="0"/>
              <a:t>("user");</a:t>
            </a:r>
          </a:p>
          <a:p>
            <a:pPr marL="457200" lvl="1" indent="0">
              <a:buNone/>
            </a:pPr>
            <a:r>
              <a:rPr lang="en-US" sz="1800" dirty="0" err="1"/>
              <a:t>ds.setPassword</a:t>
            </a:r>
            <a:r>
              <a:rPr lang="en-US" sz="1800" dirty="0"/>
              <a:t>("pass");</a:t>
            </a:r>
          </a:p>
          <a:p>
            <a:pPr marL="457200" lvl="1" indent="0">
              <a:buNone/>
            </a:pPr>
            <a:r>
              <a:rPr lang="en-US" sz="1800" dirty="0" err="1"/>
              <a:t>ds.setMaxTotal</a:t>
            </a:r>
            <a:r>
              <a:rPr lang="en-US" sz="1800" dirty="0"/>
              <a:t>(10);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2452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EE87-AB7C-0A50-09E0-7E89462A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b="1" dirty="0"/>
              <a:t>3. </a:t>
            </a:r>
            <a:r>
              <a:rPr lang="en-US" sz="4300" b="1" dirty="0" err="1"/>
              <a:t>DriverManagerDataSource</a:t>
            </a:r>
            <a:r>
              <a:rPr lang="en-US" sz="4300" b="1" dirty="0"/>
              <a:t> (Spring JDBC)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BF3E-5092-67DD-3097-808A8F5C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30" y="1690688"/>
            <a:ext cx="10396870" cy="4486275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Spring Framework</a:t>
            </a:r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Simplicity, but </a:t>
            </a:r>
            <a:r>
              <a:rPr lang="en-US" sz="2200" b="1" dirty="0"/>
              <a:t>no pooling</a:t>
            </a:r>
            <a:endParaRPr lang="en-US" sz="2200" dirty="0"/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Testing, small apps, or when pooling is handled externally</a:t>
            </a:r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Creates a new connection every time</a:t>
            </a:r>
          </a:p>
          <a:p>
            <a:pPr lvl="1"/>
            <a:r>
              <a:rPr lang="en-US" sz="2200" dirty="0"/>
              <a:t>Not suitable for production use</a:t>
            </a:r>
          </a:p>
          <a:p>
            <a:pPr lvl="1"/>
            <a:r>
              <a:rPr lang="en-US" sz="2200" dirty="0"/>
              <a:t>Great for unit tests or quick prototypes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2200" dirty="0" err="1"/>
              <a:t>DriverManagerDataSource</a:t>
            </a:r>
            <a:r>
              <a:rPr lang="en-US" sz="2200" dirty="0"/>
              <a:t> ds = new </a:t>
            </a:r>
            <a:r>
              <a:rPr lang="en-US" sz="2200" dirty="0" err="1"/>
              <a:t>DriverManagerDataSource</a:t>
            </a:r>
            <a:r>
              <a:rPr lang="en-US" sz="2200" dirty="0"/>
              <a:t>();</a:t>
            </a:r>
          </a:p>
          <a:p>
            <a:pPr marL="457200" lvl="1" indent="0">
              <a:buNone/>
            </a:pPr>
            <a:r>
              <a:rPr lang="en-US" sz="2200" dirty="0" err="1"/>
              <a:t>ds.setUrl</a:t>
            </a:r>
            <a:r>
              <a:rPr lang="en-US" sz="2200" dirty="0"/>
              <a:t>("</a:t>
            </a:r>
            <a:r>
              <a:rPr lang="en-US" sz="2200" dirty="0" err="1"/>
              <a:t>jdbc:mysql</a:t>
            </a:r>
            <a:r>
              <a:rPr lang="en-US" sz="2200" dirty="0"/>
              <a:t>://localhost:3306/</a:t>
            </a:r>
            <a:r>
              <a:rPr lang="en-US" sz="2200" dirty="0" err="1"/>
              <a:t>mydb</a:t>
            </a:r>
            <a:r>
              <a:rPr lang="en-US" sz="2200" dirty="0"/>
              <a:t>");</a:t>
            </a:r>
          </a:p>
          <a:p>
            <a:pPr marL="457200" lvl="1" indent="0">
              <a:buNone/>
            </a:pPr>
            <a:r>
              <a:rPr lang="en-US" sz="2200" dirty="0" err="1"/>
              <a:t>ds.setUsername</a:t>
            </a:r>
            <a:r>
              <a:rPr lang="en-US" sz="2200" dirty="0"/>
              <a:t>("user");</a:t>
            </a:r>
          </a:p>
          <a:p>
            <a:pPr marL="457200" lvl="1" indent="0">
              <a:buNone/>
            </a:pPr>
            <a:r>
              <a:rPr lang="en-US" sz="2200" dirty="0" err="1"/>
              <a:t>ds.setPassword</a:t>
            </a:r>
            <a:r>
              <a:rPr lang="en-US" sz="2200" dirty="0"/>
              <a:t>("pass");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59082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6EE4-EA2B-332F-3FFB-0CD998C4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722"/>
          </a:xfrm>
        </p:spPr>
        <p:txBody>
          <a:bodyPr>
            <a:normAutofit/>
          </a:bodyPr>
          <a:lstStyle/>
          <a:p>
            <a:r>
              <a:rPr lang="en-US" sz="4300" b="1" dirty="0"/>
              <a:t>4. </a:t>
            </a:r>
            <a:r>
              <a:rPr lang="en-US" sz="4300" b="1" dirty="0" err="1"/>
              <a:t>ComboPooledDataSource</a:t>
            </a:r>
            <a:r>
              <a:rPr lang="en-US" sz="4300" b="1" dirty="0"/>
              <a:t> (C3P0)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596F-22D5-D656-6399-EA1C228D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C3P0</a:t>
            </a:r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Automatic recovery and advanced pooling features</a:t>
            </a:r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Apps needing robust pooling with failover and recovery</a:t>
            </a:r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Automatic connection testing and recovery</a:t>
            </a:r>
          </a:p>
          <a:p>
            <a:pPr lvl="1"/>
            <a:r>
              <a:rPr lang="en-US" sz="2200" dirty="0"/>
              <a:t>More configuration options</a:t>
            </a:r>
          </a:p>
          <a:p>
            <a:pPr lvl="1"/>
            <a:r>
              <a:rPr lang="en-US" sz="2200" dirty="0"/>
              <a:t>Slower than </a:t>
            </a:r>
            <a:r>
              <a:rPr lang="en-US" sz="2200" dirty="0" err="1"/>
              <a:t>HikariCP</a:t>
            </a:r>
            <a:r>
              <a:rPr lang="en-US" sz="2200" dirty="0"/>
              <a:t> but reliable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2200" dirty="0" err="1"/>
              <a:t>ComboPooledDataSource</a:t>
            </a:r>
            <a:r>
              <a:rPr lang="en-US" sz="2200" dirty="0"/>
              <a:t> ds = new </a:t>
            </a:r>
            <a:r>
              <a:rPr lang="en-US" sz="2200" dirty="0" err="1"/>
              <a:t>ComboPooledDataSource</a:t>
            </a:r>
            <a:r>
              <a:rPr lang="en-US" sz="2200" dirty="0"/>
              <a:t>();</a:t>
            </a:r>
          </a:p>
          <a:p>
            <a:pPr marL="457200" lvl="1" indent="0">
              <a:buNone/>
            </a:pPr>
            <a:r>
              <a:rPr lang="en-US" sz="2200" dirty="0" err="1"/>
              <a:t>ds.setJdbcUrl</a:t>
            </a:r>
            <a:r>
              <a:rPr lang="en-US" sz="2200" dirty="0"/>
              <a:t>("</a:t>
            </a:r>
            <a:r>
              <a:rPr lang="en-US" sz="2200" dirty="0" err="1"/>
              <a:t>jdbc:mysql</a:t>
            </a:r>
            <a:r>
              <a:rPr lang="en-US" sz="2200" dirty="0"/>
              <a:t>://localhost:3306/</a:t>
            </a:r>
            <a:r>
              <a:rPr lang="en-US" sz="2200" dirty="0" err="1"/>
              <a:t>mydb</a:t>
            </a:r>
            <a:r>
              <a:rPr lang="en-US" sz="2200" dirty="0"/>
              <a:t>");</a:t>
            </a:r>
          </a:p>
          <a:p>
            <a:pPr marL="457200" lvl="1" indent="0">
              <a:buNone/>
            </a:pPr>
            <a:r>
              <a:rPr lang="en-US" sz="2200" dirty="0" err="1"/>
              <a:t>ds.setUser</a:t>
            </a:r>
            <a:r>
              <a:rPr lang="en-US" sz="2200" dirty="0"/>
              <a:t>("user");</a:t>
            </a:r>
          </a:p>
          <a:p>
            <a:pPr marL="457200" lvl="1" indent="0">
              <a:buNone/>
            </a:pPr>
            <a:r>
              <a:rPr lang="en-US" sz="2200" dirty="0" err="1"/>
              <a:t>ds.setPassword</a:t>
            </a:r>
            <a:r>
              <a:rPr lang="en-US" sz="2200" dirty="0"/>
              <a:t>("pass");</a:t>
            </a:r>
          </a:p>
          <a:p>
            <a:pPr marL="457200" lvl="1" indent="0">
              <a:buNone/>
            </a:pPr>
            <a:r>
              <a:rPr lang="en-US" sz="2200" dirty="0" err="1"/>
              <a:t>ds.setMaxPoolSize</a:t>
            </a:r>
            <a:r>
              <a:rPr lang="en-US" sz="2200" dirty="0"/>
              <a:t>(10);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19553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7DF1-769C-A64F-8B06-BE7FD04D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376D-DF21-17E1-ACBA-D95EEE5AC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7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1320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Connection pooling </vt:lpstr>
      <vt:lpstr>PowerPoint Presentation</vt:lpstr>
      <vt:lpstr>PowerPoint Presentation</vt:lpstr>
      <vt:lpstr>DataSource</vt:lpstr>
      <vt:lpstr>PowerPoint Presentation</vt:lpstr>
      <vt:lpstr>PowerPoint Presentation</vt:lpstr>
      <vt:lpstr>PowerPoint Presentation</vt:lpstr>
      <vt:lpstr>PowerPoint Presentation</vt:lpstr>
      <vt:lpstr>1. HikariDataSource (HikariCP)</vt:lpstr>
      <vt:lpstr>PowerPoint Presentation</vt:lpstr>
      <vt:lpstr>2. BasicDataSource (Apache Commons DBCP)</vt:lpstr>
      <vt:lpstr>3. DriverManagerDataSource (Spring JDBC)</vt:lpstr>
      <vt:lpstr>4. ComboPooledDataSource (C3P0)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Kothari</dc:creator>
  <cp:lastModifiedBy>Gaurav Kothari</cp:lastModifiedBy>
  <cp:revision>1</cp:revision>
  <dcterms:created xsi:type="dcterms:W3CDTF">2025-11-08T09:15:44Z</dcterms:created>
  <dcterms:modified xsi:type="dcterms:W3CDTF">2025-11-11T09:53:55Z</dcterms:modified>
</cp:coreProperties>
</file>